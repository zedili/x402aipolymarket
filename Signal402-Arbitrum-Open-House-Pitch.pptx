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e6941c7ba54e2b" /><Relationship Type="http://schemas.openxmlformats.org/officeDocument/2006/relationships/extended-properties" Target="/docProps/app.xml" Id="R5a8ccba33d4747a1" /><Relationship Type="http://schemas.openxmlformats.org/officeDocument/2006/relationships/officeDocument" Target="/ppt/presentation.xml" Id="Rb5cd9e24e76b41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86e47f9f2a489b"/>
  </p:sldMasterIdLst>
  <p:notesMasterIdLst>
    <p:notesMasterId xmlns:r="http://schemas.openxmlformats.org/officeDocument/2006/relationships" r:id="R5ddf41dc702f4d98"/>
  </p:notesMasterIdLst>
  <p:sldIdLst>
    <p:sldId xmlns:r="http://schemas.openxmlformats.org/officeDocument/2006/relationships" id="256" r:id="R33f94888143b4e72"/>
    <p:sldId xmlns:r="http://schemas.openxmlformats.org/officeDocument/2006/relationships" id="257" r:id="R31e4781ff21c44ec"/>
    <p:sldId xmlns:r="http://schemas.openxmlformats.org/officeDocument/2006/relationships" id="258" r:id="R201201bb17394e95"/>
    <p:sldId xmlns:r="http://schemas.openxmlformats.org/officeDocument/2006/relationships" id="259" r:id="Rf9f94fdcda8d437a"/>
    <p:sldId xmlns:r="http://schemas.openxmlformats.org/officeDocument/2006/relationships" id="260" r:id="R0d94a177e95043b6"/>
    <p:sldId xmlns:r="http://schemas.openxmlformats.org/officeDocument/2006/relationships" id="261" r:id="R41ee0fc491ee4bd8"/>
    <p:sldId xmlns:r="http://schemas.openxmlformats.org/officeDocument/2006/relationships" id="262" r:id="Rb6485d4d89bd49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e96ce6268143fb" /><Relationship Type="http://schemas.openxmlformats.org/officeDocument/2006/relationships/slideMaster" Target="/ppt/slideMasters/slideMaster1.xml" Id="R5a86e47f9f2a489b" /><Relationship Type="http://schemas.openxmlformats.org/officeDocument/2006/relationships/notesMaster" Target="/ppt/notesMasters/notesMaster1.xml" Id="R5ddf41dc702f4d98" /><Relationship Type="http://schemas.openxmlformats.org/officeDocument/2006/relationships/presProps" Target="/ppt/presProps.xml" Id="Rf73adb7649724bf1" /><Relationship Type="http://schemas.openxmlformats.org/officeDocument/2006/relationships/tableStyles" Target="/ppt/tableStyles.xml" Id="R5d8dea0a62184cc6" /><Relationship Type="http://schemas.openxmlformats.org/officeDocument/2006/relationships/slide" Target="/ppt/slides/slide1.xml" Id="R33f94888143b4e72" /><Relationship Type="http://schemas.openxmlformats.org/officeDocument/2006/relationships/slide" Target="/ppt/slides/slide2.xml" Id="R31e4781ff21c44ec" /><Relationship Type="http://schemas.openxmlformats.org/officeDocument/2006/relationships/slide" Target="/ppt/slides/slide3.xml" Id="R201201bb17394e95" /><Relationship Type="http://schemas.openxmlformats.org/officeDocument/2006/relationships/slide" Target="/ppt/slides/slide4.xml" Id="Rf9f94fdcda8d437a" /><Relationship Type="http://schemas.openxmlformats.org/officeDocument/2006/relationships/slide" Target="/ppt/slides/slide5.xml" Id="R0d94a177e95043b6" /><Relationship Type="http://schemas.openxmlformats.org/officeDocument/2006/relationships/slide" Target="/ppt/slides/slide6.xml" Id="R41ee0fc491ee4bd8" /><Relationship Type="http://schemas.openxmlformats.org/officeDocument/2006/relationships/slide" Target="/ppt/slides/slide7.xml" Id="Rb6485d4d89bd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8e2b752c3c44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666c98f7754702" /><Relationship Type="http://schemas.openxmlformats.org/officeDocument/2006/relationships/notesMaster" Target="/ppt/notesMasters/notesMaster1.xml" Id="R5977a18e444344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83a0aa05794ed2" /><Relationship Type="http://schemas.openxmlformats.org/officeDocument/2006/relationships/notesMaster" Target="/ppt/notesMasters/notesMaster1.xml" Id="Rc65bc21800d246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d72cca21e64fbf" /><Relationship Type="http://schemas.openxmlformats.org/officeDocument/2006/relationships/notesMaster" Target="/ppt/notesMasters/notesMaster1.xml" Id="R8eb720ed50894f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86f33cff984902" /><Relationship Type="http://schemas.openxmlformats.org/officeDocument/2006/relationships/notesMaster" Target="/ppt/notesMasters/notesMaster1.xml" Id="R975b7955bb934a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11ae483b1041cd" /><Relationship Type="http://schemas.openxmlformats.org/officeDocument/2006/relationships/notesMaster" Target="/ppt/notesMasters/notesMaster1.xml" Id="R4908ca340c4545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467d3f424a4cde" /><Relationship Type="http://schemas.openxmlformats.org/officeDocument/2006/relationships/notesMaster" Target="/ppt/notesMasters/notesMaster1.xml" Id="Rfbff653c12fe4a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33306ac3784059" /><Relationship Type="http://schemas.openxmlformats.org/officeDocument/2006/relationships/notesMaster" Target="/ppt/notesMasters/notesMaster1.xml" Id="R2dac4b6430f146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Signal402 makes one bounded market-intelligence report purchasable as one explicit transaction.</a:t>
            </a:r>
          </a:p>
          <a:p xmlns:a="http://schemas.openxmlformats.org/drawingml/2006/main">
            <a:r>
              <a:t>Do not lead with AI. Lead with the new transaction primitive: pay per successful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Signal402 repository — https://github.com/zedili/X402AiPolyMarket</a:t>
            </a:r>
          </a:p>
          <a:p xmlns:a="http://schemas.openxmlformats.org/drawingml/2006/main">
            <a:r>
              <a:t>- Live preview screenshot — https://temporary-rushing-boron-2hytsda.vercel.app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wedge: the probability itself is public, but contextual analysis is not easily purchased per request.</a:t>
            </a:r>
          </a:p>
          <a:p xmlns:a="http://schemas.openxmlformats.org/drawingml/2006/main">
            <a:r>
              <a:t>Signal402 does not claim to predict outcomes perfectly; it makes the purchase and delivery boundary explicit and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Polymarket developer documentation — https://docs.polymarket.com/</a:t>
            </a:r>
          </a:p>
          <a:p xmlns:a="http://schemas.openxmlformats.org/drawingml/2006/main">
            <a:r>
              <a:t>- x402 protocol documentation — https://docs.x402.org/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this exact loop: choose a market, open AI Analysis, connect a wallet, and show the 402 payment requirement.</a:t>
            </a:r>
          </a:p>
          <a:p xmlns:a="http://schemas.openxmlformats.org/drawingml/2006/main">
            <a:r>
              <a:t>For the live demo, stop before signing unless test USDC and wallet authorization have been explicitly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Signal402 implementation — https://github.com/zedili/X402AiPolyMarket</a:t>
            </a:r>
          </a:p>
          <a:p xmlns:a="http://schemas.openxmlformats.org/drawingml/2006/main">
            <a:r>
              <a:t>- x402 protocol documentation — https://docs.x402.org/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proof that the product is already reading and rendering real market data.</a:t>
            </a:r>
          </a:p>
          <a:p xmlns:a="http://schemas.openxmlformats.org/drawingml/2006/main">
            <a:r>
              <a:t>The temporary preview was smoke-tested: homepage and markets endpoint returned 200; the protected analysis endpoint returned a valid 402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Signal402 preview screenshot — https://temporary-rushing-boron-2hytsda.vercel.app/markets</a:t>
            </a:r>
          </a:p>
          <a:p xmlns:a="http://schemas.openxmlformats.org/drawingml/2006/main">
            <a:r>
              <a:t>- Polymarket developer documentation — https://docs.polymarket.com/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critical property is fail-closed settlement: model/provider failure must not become a successful paid response.</a:t>
            </a:r>
          </a:p>
          <a:p xmlns:a="http://schemas.openxmlformats.org/drawingml/2006/main">
            <a:r>
              <a:t>The app is non-custodial and does not place trades; it sells an information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Signal402 x402 server and analysis route — https://github.com/zedili/X402AiPolyMarket</a:t>
            </a:r>
          </a:p>
          <a:p xmlns:a="http://schemas.openxmlformats.org/drawingml/2006/main">
            <a:r>
              <a:t>- x402 protocol documentation — https://docs.x402.org/</a:t>
            </a:r>
          </a:p>
          <a:p xmlns:a="http://schemas.openxmlformats.org/drawingml/2006/main">
            <a:r>
              <a:t>- Arbitrum documentation — https://docs.arbitrum.io/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not traction claims. They are reproducible properties of the submitted build.</a:t>
            </a:r>
          </a:p>
          <a:p xmlns:a="http://schemas.openxmlformats.org/drawingml/2006/main">
            <a:r>
              <a:t>Invite judges to inspect the repo and CI run rather than taking the slide on trust.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Signal402 README and configuration — https://github.com/zedili/X402AiPolyMarket</a:t>
            </a:r>
          </a:p>
          <a:p xmlns:a="http://schemas.openxmlformats.org/drawingml/2006/main">
            <a:r>
              <a:t>- Signal402 GitHub Actions — https://github.com/zedili/X402AiPolyMarket/actions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primitive, not the feature list: one analysis result can now be bought by a person or agent with the same payment contract.</a:t>
            </a:r>
          </a:p>
          <a:p xmlns:a="http://schemas.openxmlformats.org/drawingml/2006/main">
            <a:r>
              <a:t>Ask: judge the working boundary—live data, explicit 402 terms, server-side analysis, and fail-closed settlement.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Signal402 repository — https://github.com/zedili/X402AiPolyMarket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99fbee55247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7ee12a58c94772" /><Relationship Type="http://schemas.openxmlformats.org/officeDocument/2006/relationships/slideLayout" Target="/ppt/slideLayouts/slideLayout1.xml" Id="R684391e762ab40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391e762ab40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0105791e84c9c" /><Relationship Type="http://schemas.openxmlformats.org/officeDocument/2006/relationships/image" Target="/ppt/media/image.jpeg" Id="Rbebe25f545aa42d8" /><Relationship Type="http://schemas.openxmlformats.org/officeDocument/2006/relationships/notesSlide" Target="/ppt/notesSlides/notesSlide1.xml" Id="Ref09edbf3e374c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eb770544e4f8b" /><Relationship Type="http://schemas.openxmlformats.org/officeDocument/2006/relationships/notesSlide" Target="/ppt/notesSlides/notesSlide2.xml" Id="R2d0c2a5879f744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fdac411e14c0e" /><Relationship Type="http://schemas.openxmlformats.org/officeDocument/2006/relationships/notesSlide" Target="/ppt/notesSlides/notesSlide3.xml" Id="Rdf5357a4304547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5ba5ec87e48a9" /><Relationship Type="http://schemas.openxmlformats.org/officeDocument/2006/relationships/image" Target="/ppt/media/image2.jpeg" Id="Rabc4007fde1241b3" /><Relationship Type="http://schemas.openxmlformats.org/officeDocument/2006/relationships/notesSlide" Target="/ppt/notesSlides/notesSlide4.xml" Id="Re5279c5d0eeb43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b2d770f304274" /><Relationship Type="http://schemas.openxmlformats.org/officeDocument/2006/relationships/notesSlide" Target="/ppt/notesSlides/notesSlide5.xml" Id="R473acbffe78b46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11d3a17ce45ba" /><Relationship Type="http://schemas.openxmlformats.org/officeDocument/2006/relationships/notesSlide" Target="/ppt/notesSlides/notesSlide6.xml" Id="Rd3bfc067ba0c4a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079e214e24357" /><Relationship Type="http://schemas.openxmlformats.org/officeDocument/2006/relationships/notesSlide" Target="/ppt/notesSlides/notesSlide7.xml" Id="R31eee61e032e45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9DF0F-E57C-42EC-B6E4-2F7B2FAB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"/>
            <a:ext cx="5429250" cy="605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D28"/>
          </a:solidFill>
          <a:ln xmlns:a="http://schemas.openxmlformats.org/drawingml/2006/main" w="9525">
            <a:solidFill>
              <a:srgbClr val="29405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e25f545aa42d8"/>
          <a:srcRect xmlns:a="http://schemas.openxmlformats.org/drawingml/2006/main" l="28143" t="0" r="28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666750"/>
            <a:ext cx="4933950" cy="5543550"/>
          </a:xfrm>
          <a:prstGeom xmlns:a="http://schemas.openxmlformats.org/drawingml/2006/main" prst="roundRect">
            <a:avLst>
              <a:gd name="adj" fmla="val 308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16E62-9DCB-4E68-A161-0FCF15D2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E8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B4"/>
                </a:solidFill>
                <a:latin typeface="Aptos"/>
                <a:ea typeface="Aptos"/>
                <a:cs typeface="Aptos"/>
              </a:rPr>
              <a:t>ARBITRUM OPEN HOUSE · SINGAPORE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DD49F-CC92-4DEB-A304-BABAB015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Signal402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8012E-55B3-4D8A-AEF2-6E2EDE06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429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 per insight,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not per subscription.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412F8-D31F-4709-B765-E0A7E4EB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6D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7C6D4"/>
                </a:solidFill>
                <a:latin typeface="Aptos"/>
                <a:ea typeface="Aptos"/>
                <a:cs typeface="Aptos"/>
              </a:rPr>
              <a:t>Live prediction-market intelligence for people and autonomous agents.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74E42-9BE3-484E-BCE4-DBA843CC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4C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7BF0A-528A-42BF-A9F6-0F520AEB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BUILT ON ARBITRUM x402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422FD-44A5-41EB-BC37-E77F1A98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CA0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CA0B3"/>
                </a:solidFill>
                <a:latin typeface="Aptos"/>
                <a:ea typeface="Aptos"/>
                <a:cs typeface="Aptos"/>
              </a:rPr>
              <a:t>Solo founder + AI development agents</a:t>
            </a:r>
          </a:p>
        </p:txBody>
      </p:sp>
    </p:spTree>
    <p:extLst>
      <p:ext uri="{BB962C8B-B14F-4D97-AF65-F5344CB8AC3E}">
        <p14:creationId xmlns:p14="http://schemas.microsoft.com/office/powerpoint/2010/main" val="637047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DE743-E9D1-4014-9878-9A2CBE65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SIGNAL402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7C92E-1A4B-47D9-9378-523CB842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The missing transaction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1F4D2-369C-471A-8AB2-1BABB77E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D8638-A549-433A-9ECA-667AA4E9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Prediction markets publish probabilities in real time. The hard part is buying one trustworthy, bounded analysis without taking on another account, subscription, or opaque API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B8AF5-1141-4271-8490-14C7C0D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9115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30A71-EC8D-4A81-A19B-C6DD8303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573405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4173B-DE15-45ED-B6F7-2A05EF20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C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CC66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4E656-DBF7-43C1-830F-9D9ACD8B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Analysis is bundled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5BCFA-362D-40F2-866F-E477CF4B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514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• Subscription walls</a:t>
            </a:r>
          </a:p>
          <a:p xmlns:a="http://schemas.openxmlformats.org/drawingml/2006/main">
            <a:pPr algn="l">
              <a:defRPr sz="15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• Manual checkout</a:t>
            </a:r>
          </a:p>
          <a:p xmlns:a="http://schemas.openxmlformats.org/drawingml/2006/main">
            <a:pPr algn="l">
              <a:defRPr sz="15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• No machine-readable payment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18188-B9F2-4159-ABA6-76CEE3A4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E8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B4"/>
                </a:solidFill>
                <a:latin typeface="Aptos"/>
                <a:ea typeface="Aptos"/>
                <a:cs typeface="Aptos"/>
              </a:rPr>
              <a:t>WITH SIGNAL402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2690A-EB01-47D3-A4DB-D545B239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report = one 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80D9C-D787-42A7-B0B3-11E80A00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6D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7C6D4"/>
                </a:solidFill>
                <a:latin typeface="Aptos"/>
                <a:ea typeface="Aptos"/>
                <a:cs typeface="Aptos"/>
              </a:rPr>
              <a:t>A human or agent sees the exact price, authorizes payment, and receives a structured result—without custody or trade execution.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13080-C751-462F-87D7-7A431616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Opportunity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DA426-F335-4953-A4A2-D8276B63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055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Turn intelligence into a composable API good.</a:t>
            </a:r>
          </a:p>
        </p:txBody>
      </p:sp>
    </p:spTree>
    <p:extLst>
      <p:ext uri="{BB962C8B-B14F-4D97-AF65-F5344CB8AC3E}">
        <p14:creationId xmlns:p14="http://schemas.microsoft.com/office/powerpoint/2010/main" val="44741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DB3EA-BBBC-471C-AC81-01F8B39B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SIGNAL402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B5953-9006-4895-9784-15C616B0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Inspect → Unlock → Analyze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FF6CF-C38F-413B-A35D-DCB8A258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247900" y="3143250"/>
            <a:ext cx="2971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DE5ED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6191250" y="3143250"/>
            <a:ext cx="2971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DE5ED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0EB3E-10A1-490C-870A-60FB5037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5052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83B34-D3B9-44BF-8FA3-C4FBEBDE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4C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756AD-9B1F-4D74-8EA8-0BF9DAD2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9CBB2-0456-4087-B5B2-76042D9A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70536-741D-4C2E-A8A7-BA82B99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Browse live markets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80F5C-245E-4EE0-ABAA-F87A5AFE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Normalized Polymarket snapshots, searchable and linked to source markets.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D30E7-009D-48FE-A2D2-740807CC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5052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EA3D6-9AC3-4DB0-84CA-38D3EAD6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C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DA149-1BBD-4DBB-8733-A6EF0452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46355-7F6F-42D4-9368-C1ABAF28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>UNLOCK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ABA65-62CB-48DD-97EC-C57F62E6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33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Approve 0.01 USDC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522FF-1D60-47B3-A338-602AACC8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 wallet signs an x402 authorization on Arbitrum Sepolia—no deposit account.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5BD07-5C61-4AA0-BF4B-49F1DC54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35052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A6F6B-06C5-418A-8C5F-05519E23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030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42E8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DA3F6-5DA6-4BC6-BCA4-3A169BC1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D5BF3-A593-44E4-965C-B5D66C9F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52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548EE-6305-4D0B-A7C9-DAA7F433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33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Receive structured intelligence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68B3E-312E-4DB2-B6F9-1AB17163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5295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Evidence, counterarguments, risks, assumptions, and an independent estimate.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A87B2-25B8-48C2-8BD1-0D34E9FC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No custody. No trade execution. Settle only after the report succeeds.</a:t>
            </a:r>
          </a:p>
        </p:txBody>
      </p:sp>
    </p:spTree>
    <p:extLst>
      <p:ext uri="{BB962C8B-B14F-4D97-AF65-F5344CB8AC3E}">
        <p14:creationId xmlns:p14="http://schemas.microsoft.com/office/powerpoint/2010/main" val="1676260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DE441-01F2-4B10-AC1B-504FD44E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E8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B4"/>
                </a:solidFill>
                <a:latin typeface="Aptos"/>
                <a:ea typeface="Aptos"/>
                <a:cs typeface="Aptos"/>
              </a:rPr>
              <a:t>WORKING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6D6B4-3343-4B09-888F-D6B32EC9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markets, not demo fixtures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0C86C-4799-48AA-A428-DD9E044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CA0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CA0B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A1F1F-0477-47EA-BAB5-F38F5821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096250" cy="4514850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101D28"/>
          </a:solidFill>
          <a:ln xmlns:a="http://schemas.openxmlformats.org/drawingml/2006/main" w="9525">
            <a:solidFill>
              <a:srgbClr val="29405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4007fde1241b3"/>
          <a:srcRect xmlns:a="http://schemas.openxmlformats.org/drawingml/2006/main" l="4360" t="0" r="4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76400"/>
            <a:ext cx="7753350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95E85-093E-4845-8CB2-E6627B68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E8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B4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E737F-89C6-4BC1-8359-FEFA268D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Polymarket Gamma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55DC5-929A-48C1-B88A-E96DF761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76550"/>
            <a:ext cx="2438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6D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7C6D4"/>
                </a:solidFill>
                <a:latin typeface="Aptos"/>
                <a:ea typeface="Aptos"/>
                <a:cs typeface="Aptos"/>
              </a:rPr>
              <a:t>Server-normalized market snapshots keep client code simple and protect upstream/API concerns.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EDF9D-6BD7-4888-BC2D-AF76394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57700"/>
            <a:ext cx="2324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C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A6429-3328-4065-9B68-09588C30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10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PREVIEW VERIFIED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B0530-0205-4318-8769-850D4192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A0B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CA0B3"/>
                </a:solidFill>
                <a:latin typeface="Aptos"/>
                <a:ea typeface="Aptos"/>
                <a:cs typeface="Aptos"/>
              </a:rPr>
              <a:t>Homepage 200 · Markets API 200 · Analysis API 402</a:t>
            </a:r>
          </a:p>
        </p:txBody>
      </p:sp>
    </p:spTree>
    <p:extLst>
      <p:ext uri="{BB962C8B-B14F-4D97-AF65-F5344CB8AC3E}">
        <p14:creationId xmlns:p14="http://schemas.microsoft.com/office/powerpoint/2010/main" val="1867337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B42711-C816-4831-9BF7-1E50E07E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SIGNAL402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13F6D-7734-4AC8-B5C0-BE0C5D0D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Payment is the trust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C651C-5A5D-48EE-97AF-E4990D18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8CF7B-42F7-456B-B18F-5FEC2CC3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The report is generated server-side, payment is verified before work, and settlement is committed only after a valid result exists.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2190750" y="31432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6FFF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4400550" y="31432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6FFF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6610350" y="31432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6FFF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8820150" y="31432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6F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AFB7B-0AD1-44AE-9F90-CCC645A4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A7814-790D-49E8-9067-141C76A8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7961E-D6A9-4362-ABD6-81854E2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Market 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DB357-CD43-4308-89A6-C65C45A2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Polymarket Gamma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A2A01-F39F-49AE-AD99-4225FDD5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56180-771D-471E-BBDA-3D163C62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0E065-A36E-4F41-9301-D9F8BE9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402 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67F8D-A6C6-48B8-94D6-A0F5AEAA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43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Exact price + terms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4646C-59CF-4FF3-9C56-A6E7AF70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245E5-2228-4A25-9ED8-FB186F3C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5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066EF-2E69-486F-8042-48660205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9F33A-B06E-4746-A6F2-0345E6E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43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x402 facilitator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DAD7E-69B1-4212-AFC4-4C8A2E4B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622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A721E-12AD-40E4-9D1B-D614DA59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5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15601-CE65-454D-89B1-AC36776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33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Generate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E0F2D-4336-4954-881A-25C6D1DD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43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DeepSeek strict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709DAA-14DE-4522-8A46-3929C06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137B8-38E3-4EF0-99FC-43D05E5F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5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CA8F25-13B3-4B29-B061-EE9BB4DF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Settle + receipt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4AD05-9E5D-40C2-AE18-98DCCA9D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Only on success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01461-08BA-4F38-8145-67F186D0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10490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1170F-3A51-4DB9-AFCB-7FF36A4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E8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B4"/>
                </a:solidFill>
                <a:latin typeface="Aptos"/>
                <a:ea typeface="Aptos"/>
                <a:cs typeface="Aptos"/>
              </a:rPr>
              <a:t>NO CUSTODY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F857A1-2738-4A4B-BE79-D5A4DD9D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Wallet signs; Signal402 never holds user funds.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633CAB-096B-4DF8-A091-DED0175A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E8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B4"/>
                </a:solidFill>
                <a:latin typeface="Aptos"/>
                <a:ea typeface="Aptos"/>
                <a:cs typeface="Aptos"/>
              </a:rPr>
              <a:t>FAIL CLOSED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B446C6-B8F7-48DF-A016-F264860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 errors cancel settlement.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81CE8E-0FA9-42AD-8139-FC36C66E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E8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B4"/>
                </a:solidFill>
                <a:latin typeface="Aptos"/>
                <a:ea typeface="Aptos"/>
                <a:cs typeface="Aptos"/>
              </a:rPr>
              <a:t>NO TRADING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FAAE58-69FB-4CA8-9C46-3D91EDD0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86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product informs; it never places a bet.</a:t>
            </a:r>
          </a:p>
        </p:txBody>
      </p:sp>
    </p:spTree>
    <p:extLst>
      <p:ext uri="{BB962C8B-B14F-4D97-AF65-F5344CB8AC3E}">
        <p14:creationId xmlns:p14="http://schemas.microsoft.com/office/powerpoint/2010/main" val="1076951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97E89-8263-4CB9-8F55-4DF037AC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SIGNAL402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A5B62-3412-4B30-940E-85877BAC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Built to be 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E45C1-4CDB-464B-BED6-D603F0F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EDD4A-028D-4FF8-908B-1DCCE479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No vanity metrics—only protocol configuration and reproducible engineering checks from the current build.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A3A5C-AEED-4444-80FE-821511C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42900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32C6C-C5F4-4D68-A4B5-7051BE82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85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A7654-D779-4504-BD8C-CD94EAD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0.01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14221-07FA-4565-B2A1-679721D1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>USDC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17771-4F30-436B-A9A9-60E6220A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PER SUCCESSFUL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64348-868D-4527-A5FF-61BE111E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Transparent request price on Arbitrum Sepolia.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7C698-2ABA-4C13-A7B5-FA2ACDC9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342900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86B15-A56E-4F53-985B-9F8140E3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09850"/>
            <a:ext cx="685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F1C2F-1660-4EED-9CF1-4D19F4DA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908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421614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A5E65-6D69-410F-9CEB-DF4822D7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>EIP-155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07624-D344-4F21-B169-7B1562F7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ARBITRUM SEPOLIA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754BC-F3DF-40A2-A720-4CF8DA06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x402 v2 exact scheme, browser-wallet authorization.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9F2EE-FD19-4CE4-9A20-12B10C5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342900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DE5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220EF-7551-409F-8DAA-9BD21530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685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E8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15CFF-4C68-4DF6-B1F5-DF5B701A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AF31E-F63E-4A29-BC32-A4CBDC7C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18096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E5D49-99F9-48EE-A592-F3B0A28B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CI JOBS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E8AF4-DD5E-4BF5-876F-892CACA5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Contracts, backend, and frontend checks in GitHub Actions.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44D43-BAAC-4ADF-AF37-8CA57DFC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Also passing: 2 x402 protocol tests · 2 smart-contract tests · production dependency audits clean</a:t>
            </a:r>
          </a:p>
        </p:txBody>
      </p:sp>
    </p:spTree>
    <p:extLst>
      <p:ext uri="{BB962C8B-B14F-4D97-AF65-F5344CB8AC3E}">
        <p14:creationId xmlns:p14="http://schemas.microsoft.com/office/powerpoint/2010/main" val="1234890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194DE-F23E-4901-AF7F-A7CDF02C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E8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B4"/>
                </a:solidFill>
                <a:latin typeface="Aptos"/>
                <a:ea typeface="Aptos"/>
                <a:cs typeface="Aptos"/>
              </a:rPr>
              <a:t>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1EC59-501B-4DCE-A5BB-F46FAD3C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Make market intelligence composable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EBA6A-DD83-4BAA-8F9E-E7105C95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CA0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CA0B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4A5FC-54B7-436A-B6F8-524B1313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6D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7C6D4"/>
                </a:solidFill>
                <a:latin typeface="Aptos"/>
                <a:ea typeface="Aptos"/>
                <a:cs typeface="Aptos"/>
              </a:rPr>
              <a:t>Signal402 turns analysis into a permissionless, machine-readable transaction primitive.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D77DC-F750-4DA6-83E5-32980A5E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2578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101D28"/>
          </a:solidFill>
          <a:ln xmlns:a="http://schemas.openxmlformats.org/drawingml/2006/main" w="9525">
            <a:solidFill>
              <a:srgbClr val="294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86FDB-FD77-4DA5-B266-BF7EAF41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58674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EF2FC-8BB1-4A7F-9944-7A73A1C1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E8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B4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4C10D-5B2C-4D8F-A5F9-AEC465A7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Solo founder +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development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2DBD8-879B-4FAA-8B4D-E50A734F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362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6D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7C6D4"/>
                </a:solidFill>
                <a:latin typeface="Aptos"/>
                <a:ea typeface="Aptos"/>
                <a:cs typeface="Aptos"/>
              </a:rPr>
              <a:t>Product, full-stack implementation, protocol integration, testing, and demo delivery are owned end to 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7DB74-344E-4C9C-81E7-47B1C814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6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6FFF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9E0D4-DAD8-478F-805D-41B8282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01  Permanent deployment + live testnet payment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210300" y="4114800"/>
            <a:ext cx="5010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DE5ED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C0E9C-94C9-43C8-8AC6-4CE79C5D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909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02  Multi-provider analysis and evaluation harness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210300" y="4800600"/>
            <a:ext cx="5010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DE5ED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E92AB-527D-4CB1-BFF7-879FF5CA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03  Agent-native API, receipts, and report marketplace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41D82-34EA-42B1-91D7-ED13824C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4C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9E2C3-DF0A-4634-AA75-CB213E83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SIGNAL402 · PAY PER INSIGHT</a:t>
            </a:r>
          </a:p>
        </p:txBody>
      </p:sp>
    </p:spTree>
    <p:extLst>
      <p:ext uri="{BB962C8B-B14F-4D97-AF65-F5344CB8AC3E}">
        <p14:creationId xmlns:p14="http://schemas.microsoft.com/office/powerpoint/2010/main" val="207282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2026-08-28T05:22:17.8660000Z</dcterms:created>
  <dcterms:modified xsi:type="dcterms:W3CDTF">2026-08-28T05:22:17.8670000Z</dcterms:modified>
</coreProperties>
</file>